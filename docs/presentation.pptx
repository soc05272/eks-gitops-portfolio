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“관제하고 운영하던 클라우드를, 이번에는 직접 설계하다”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KT Cloud(PPP)·온프레미스에 관제 시스템 구축, Linux·PostgreSQL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