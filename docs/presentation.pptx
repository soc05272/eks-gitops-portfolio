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“고객의 인프라를 관제하던 엔지니어가, 내 인프라 전체를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클라우드·온프레미스에 관제 시스템 구축, Linux·PostgreSQL 기반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636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63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93392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41732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417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busybox 무한 요청 3기 가동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496312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496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 · 증설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(약 2분)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75304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5753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2%로 하락 — 안정화 창 대기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80160" y="465429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6542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원상 복귀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축소가 느린 것은 결함이 아니라 설계 — 출렁임(flapping) 방지용 안정화 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04088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Grafana CPU 그래프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삽입 자리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58000" y="4389120"/>
            <a:ext cx="4754880" cy="1783080"/>
          </a:xfrm>
          <a:prstGeom prst="roundRect">
            <a:avLst>
              <a:gd name="adj" fmla="val 4103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45262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HPA의 한계까지 확인
</a:t>
            </a:r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6번째 파드가 Pending: “Too many pods”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자원이 바닥나면 HPA는 무력 —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(백로그 근거)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