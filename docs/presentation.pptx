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5" r:id="rId26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실수를 절차 개선으로 전환한 태도를 보여주는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클라이맥스. 재현 5회·루틴 9단계로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argocd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ack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qr-repo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 — IaC · GitOps · 관측성 기반 하나의 사이클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(전 구간 재검증 ×5)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기반 비용 통제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394960" y="569671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5788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7881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“관제하고 운영하던 클라우드를, 이번에는 직접 설계하다”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통합관제 솔루션(ZENIUS) 기술지원 — KT Cloud(PPP)·온프레미스에 관제 시스템 구축, Linux·PostgreSQL 장애 분석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클라우드 운영 — Docker 이미지 표준화로 개발 환경 제공 시간 40% 단축 (NHN·Naver Cloud)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체감한 수작업의 한계를, AWS SA Professional 설계 지식 기반의 직접 구축·검증으로 해소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리소스 78개 전체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번의 동일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빌드→자동 배포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 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오토스케일링 실증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 위에 GitOps로 배포 + 관측성·오토스케일링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HPA · Prometheus/Grafana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실증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32304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3296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무중단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2148840"/>
            <a:ext cx="7498080" cy="329184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2860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10.0.0.0/16  (2개 가용영역)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269748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2770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서브넷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0120" y="30632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(internet-facing) · NAT Gateway ×1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356616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6393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서브넷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0120" y="393192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1.31 노드 (Spot ×2) — 앱 파드 2~6 (HPA) · ArgoCD · Prometheus/Grafana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443484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45079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서브넷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60120" y="4800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 17 (db.t3.micro)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577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ALB → 파드 → RDS / Claude API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4124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412480" y="265176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869680" y="26151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8696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41248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9" name="Text 37"/>
          <p:cNvSpPr/>
          <p:nvPr/>
        </p:nvSpPr>
        <p:spPr>
          <a:xfrm>
            <a:off x="84124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869680" y="35753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88696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IRSA로 파드 단위 권한 분리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412480" y="45720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3" name="Text 41"/>
          <p:cNvSpPr/>
          <p:nvPr/>
        </p:nvSpPr>
        <p:spPr>
          <a:xfrm>
            <a:off x="841248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69680" y="4535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8869680" y="4846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—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진입점을 ALB 한 줄기로 단일화 — 파드 IP 직접 라우팅(target-type: ip)으로 홉 최소화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민감 자원 격리 — EKS·RDS는 Private/DB 서브넷, RDS는 노드 SG 참조 방식으로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AWS 자원 전량 Terraform 재현 — 서브넷 태그까지 코드 명시, destroy 후 13개 항목 잔여물 전수검증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 — replicas 소유권을 나눠 자동화 도구끼리의 충돌까지 설계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재현·관리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— 인프라를 관통하는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RDS로 — 파드는 언제 죽어도 되는 소모품 (HPA 증감·Spot 회수의 전제)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Secret이 환경변수로 주입 —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/healthz로 자가치유와 협력 + 배포 버전 확인 창구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요청 하나가 성공하면, 시스템 전체가 검증된 것”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—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0160" y="1371600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340864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1554480" y="23408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80160" y="3310128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331012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0160" y="4279392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1554480" y="42793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무중단 롤링 배포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280160" y="5248656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1554480" y="524865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680960" y="1371600"/>
            <a:ext cx="3977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 · 매니페스트 repo(비공개) 분리 — Git이 단일 진실 공급원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drift는 ArgoCD가 감지해 Git 상태로 복원 · 롤백 = git revert 한 번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680960" y="32461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— Synced / Healthy, hpa 포함 리소스 트리</a:t>
            </a:r>
            <a:endParaRPr lang="en-US" sz="1150" dirty="0"/>
          </a:p>
        </p:txBody>
      </p:sp>
      <p:pic>
        <p:nvPicPr>
          <p:cNvPr id="35" name="Image 0" descr="/Users/kohyeokbae/고혁배/claude/eks-gitops-portfolio/docs/images/ArgoC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3520440"/>
            <a:ext cx="3977640" cy="2322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—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1343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 → exporter로 Prometheus에 유입 (알람 경로 단일화)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주입 검증 — 실제로 장애를 만들었다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29000"/>
            <a:ext cx="8138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 시 RESOLVED 통보까지 — 왕복 검증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시 자동 복구(self-healing)도 같은 실험에서 실증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 사례 — Grafana OOMKilled도 이 알람 경로에 실제 이벤트로 포착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6235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“알림이 오는 것을 확인한 알람만 믿을 수 있다”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098280" y="1051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— FIRING → RESOLVED 실수신</a:t>
            </a:r>
            <a:endParaRPr lang="en-US" sz="1150" dirty="0"/>
          </a:p>
        </p:txBody>
      </p:sp>
      <p:pic>
        <p:nvPicPr>
          <p:cNvPr id="17" name="Image 0" descr="/Users/kohyeokbae/고혁배/claude/eks-gitops-portfolio/docs/images/slack 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45059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—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· get pods — CPU 50% 기준 2~6 구성, 파드가 서로 다른 노드(AZ)에 분산 배치</a:t>
            </a:r>
            <a:endParaRPr lang="en-US" sz="1150" dirty="0"/>
          </a:p>
        </p:txBody>
      </p:sp>
      <p:pic>
        <p:nvPicPr>
          <p:cNvPr id="5" name="Image 0" descr="/Users/kohyeokbae/고혁배/claude/eks-gitops-portfolio/docs/images/HPA 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98448"/>
            <a:ext cx="11064240" cy="1664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12724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— 부하 투입 시 CPU 306% 스파이크 → summarizer 파드 6개로 증설(범례)</a:t>
            </a:r>
            <a:endParaRPr lang="en-US" sz="1150" dirty="0"/>
          </a:p>
        </p:txBody>
      </p:sp>
      <p:pic>
        <p:nvPicPr>
          <p:cNvPr id="7" name="Image 1" descr="/Users/kohyeokbae/고혁배/claude/eks-gitops-portfolio/docs/images/app pods monitorin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01568"/>
            <a:ext cx="5230368" cy="3063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72200" y="331012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5"/>
          <p:cNvSpPr/>
          <p:nvPr/>
        </p:nvSpPr>
        <p:spPr>
          <a:xfrm>
            <a:off x="617220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6629400" y="32644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투입 — busybox 무한 요청 3기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3877056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8"/>
          <p:cNvSpPr/>
          <p:nvPr/>
        </p:nvSpPr>
        <p:spPr>
          <a:xfrm>
            <a:off x="6172200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629400" y="38313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306% 감지 → 파드 2 → 6 증설 (약 2분)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172200" y="4443984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1"/>
          <p:cNvSpPr/>
          <p:nvPr/>
        </p:nvSpPr>
        <p:spPr>
          <a:xfrm>
            <a:off x="6172200" y="4443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629400" y="439826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제거 → CPU 2%, 안정화 창 대기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172200" y="5010912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4"/>
          <p:cNvSpPr/>
          <p:nvPr/>
        </p:nvSpPr>
        <p:spPr>
          <a:xfrm>
            <a:off x="6172200" y="5010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629400" y="49651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6.5분 후 6 → 2 자동 축소 (설계된 지연)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72200" y="5623560"/>
            <a:ext cx="5468112" cy="868680"/>
          </a:xfrm>
          <a:prstGeom prst="roundRect">
            <a:avLst>
              <a:gd name="adj" fmla="val 8421"/>
            </a:avLst>
          </a:prstGeom>
          <a:solidFill>
            <a:srgbClr val="CADCFC"/>
          </a:solidFill>
          <a:ln/>
        </p:spPr>
      </p:sp>
      <p:sp>
        <p:nvSpPr>
          <p:cNvPr id="21" name="Text 17"/>
          <p:cNvSpPr/>
          <p:nvPr/>
        </p:nvSpPr>
        <p:spPr>
          <a:xfrm>
            <a:off x="6400800" y="562356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— 6번째 파드 Pending(“Too many pods”)
</a:t>
            </a:r>
            <a:pPr indent="0" marL="0">
              <a:buNone/>
            </a:pPr>
            <a:r>
              <a:rPr lang="en-US" sz="11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확장은 Cluster Autoscaler의 몫 — HPA의 한계까지 실증 (백로그 근거)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—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 38분간 CREATE_FAILED — 상태 API(health.issues)는 끝까지 비어 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“인스턴스가 떴는가?”로 문제를 절반으로 쪼갬 → 기동 자체가 거부됨. 원인이 실제로 적히는 곳은 ASG 활동 로그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 — 코드 문제가 아니라 계정 정책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우회(타입 변경) 대신 근본 해결(Paid 전환) — 코드 한 줄 안 바꾸고 재시도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실패는 “원인이 기록되는 곳”이 따로 있다 — API가 조용하다고 정상이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7건을 문제→진단→해결→배운점 형식으로 문서화 — 발표에서는 대표 3건 (GitHub repo 참조)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—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 — 에러는 “Not authorized”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 2개(전파 지연 · 정책 연산자)를 세우고 검증으로 기각. CloudTrail에는 GitHub가 실제 제시한 값이 남아 있었다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 형식을 변경(@계정ID·@저장소ID 추가) — 커뮤니티 모듈은 구형식 조건 생성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 —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“내가 기대하는 값”이 아니라 “상대가 보내는 값”과 일치해야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— 재발 사고와 절차 개선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[1차]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1차: 토큰 복사 시 개행 혼입 → 인증 실패 → 클립보드에서 직접 읽는 방식(pbpaste) 도입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2차: 명령어를 복사하는 순간 클립보드의 토큰이 덮임 → 명령어 텍스트가 비밀번호로 등록됨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“클립보드에서 읽는다”는 설계 자체가 실행 순서에 의존 — 사람이 지키기 어려운 암묵적 전제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클립보드를 데이터 경로에서 제거 — 화면 비표시 프롬프트로 절차 자체를 교체. 비밀값은 노출 없이 길이·접두사만으로 진단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재발은 사람의 부주의가 아니라 프로세스의 결함 신호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—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되돌릴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빼서 소유권을 HPA에 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판정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계층별 완료 기준의 차이 규명, Readiness Gate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Pending(“Too many pods”) — 노드 계층의 한계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도입의 실증 근거 확보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보수적 메모리 제한(256Mi)의 한계를 실사용에서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 상향을 실측 근거 주석과 함께 코드에 반영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동작한다고 끝이 아니다 — 에러 없이 지나가는 문제를 찾아 기록했다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07008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  <a:gridCol w="704088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직접 배포 대비 자격증명이 클러스터 밖으로 안 나감 · drift 감지·자동 복구 — Git이 단일 진실 공급원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HPA 기준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50% · 파드 2~6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낮으면 과잉 증설, 높으면 대응 지연 / 최소 2 = AZ 분산 유지, 최대 6 = 비용 상한. 대기형 부하는 CPU가 안 오르는 함정을 검증에서 실확인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동일 버전 — 경력 연속성. 재생성 구조라 코드 한 줄 변경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규모 대비 과잉 — 코드·이미지·repo에 비밀값 0 충족 / 단, tfvars·state 평문 한계는 인지 — 운영 전환 시 Secrets Manager 검토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“과하지 않게” — 서비스 메시 · 멀티클러스터 · Karpenter는 규모 대비 과잉으로 판단해 의도적으로 제외 (상세 근거는 repo의 ADR 참조)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IaC 기반 비용 통제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상시 가동 시 예상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$164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월 (≈ 23만원)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23444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0B3B33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7월 실사용 (청구서 확정)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26280" y="1783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26280" y="2651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99.2% 감소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23444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카드 청구액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21040" y="1783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321040" y="2651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전액 크레딧 차감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291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  </a:t>
            </a:r>
            <a:pPr indent="0" marL="0">
              <a:buNone/>
            </a:pPr>
            <a:r>
              <a:rPr lang="en-US" sz="13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단위로 apply / destroy 반복 — 필요한 시점에만 가동하고, state 밖 리소스(ALB·EBS)까지 전수검증해 “조용한 과금”을 차단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8862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   </a:t>
            </a:r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+ 9단계 루틴 · 20분 복원 · 5회 실증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43400" y="388620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F4F6FC"/>
          </a:solidFill>
          <a:ln/>
        </p:spPr>
      </p:sp>
      <p:sp>
        <p:nvSpPr>
          <p:cNvPr id="20" name="Text 18"/>
          <p:cNvSpPr/>
          <p:nvPr/>
        </p:nvSpPr>
        <p:spPr>
          <a:xfrm>
            <a:off x="4526280" y="38862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  </a:t>
            </a:r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· GitOps · 알람 · HPA 전 항목 재통과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138160" y="388620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F4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8321040" y="38862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회수   </a:t>
            </a:r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78개 · 13개 항목 전수검증 · 잔여물 0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480060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8006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“지금 이 순간 AWS 과금: $0 — 그리고 언제든 20분이면 되살릴 수 있습니다”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실사용액은 7월 확정 청구서 기준 — 8월분도 전액 크레딧 차감 예정 (청구서 확정 시 갱신)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완료의 기준은 계층마다 다르다 — rollout 성공 ≠ 로드밸런서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실패의 원인은 기록되는 곳이 따로 있다 — ASG 로그 · CloudTrail ·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 — ADR 3건 · 트러블슈팅 7건 · 운영 루틴 (5회 재현으로 증명)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— Pending 실증을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 —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Budgets 예산 알람 · 알람 라우팅 튜닝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관제하던 클라우드에서, 설계하는 클라우드로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줄의 코드부터 회수까지 — 전 과정을 직접 검증했습니다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   ·   ADR 3건   ·   작업 로그·재기동/종료 루틴</a:t>
            </a:r>
            <a:endParaRPr lang="en-US" sz="1250" dirty="0"/>
          </a:p>
        </p:txBody>
      </p:sp>
      <p:pic>
        <p:nvPicPr>
          <p:cNvPr id="8" name="Image 0" descr="/private/tmp/claude-501/-Users-kohyeokbae-----claude/54364cdd-dcdd-49c1-bb3a-3e6e8bf637be/scratchpad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1536" y="3749040"/>
            <a:ext cx="1325880" cy="1325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74336" y="5120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— GitHub repo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463040" y="5760720"/>
            <a:ext cx="9235440" cy="658368"/>
          </a:xfrm>
          <a:prstGeom prst="roundRect">
            <a:avLst>
              <a:gd name="adj" fmla="val 50000"/>
            </a:avLst>
          </a:prstGeom>
          <a:solidFill>
            <a:srgbClr val="27337A"/>
          </a:solidFill>
          <a:ln w="12700">
            <a:solidFill>
              <a:srgbClr val="4E5C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63040" y="5760720"/>
            <a:ext cx="9235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soc05272@naver.com</a:t>
            </a:r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GitHub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운영 경험은 설계로 어떻게 쓰였나?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43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5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고객의 클라우드를 관제·운영하며 세워온 판단 기준이, 이 프로젝트의 AWS 설계 근거가 되었습니다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423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운영 관점 (Before)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852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ZENIUS 관제 · KT/NHN/Naver Cloud 운영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타인이 정의한 임계값과 경보에 대응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환경의 장애를 분석하고 보고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정해진 절차로 서버·DB·백업을 점검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이미지로 환경 표준화 (제공 시간 40%↓)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19456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E8EEFB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2423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새로운 관점 (After)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2852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프로젝트 — 직접 설계·검증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37960" y="333756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알람 임계값을 직접 판단 (HPA 50% · 재시작 감지)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장애를 직접 주입해 경보 경로를 검증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재기동 9단계·종료 4단계 절차를 직접 작성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표준화를 파이프라인 자동화로 확장 (CI→ECR→ArgoCD)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