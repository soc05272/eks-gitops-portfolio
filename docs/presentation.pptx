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26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arch-diagram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argocd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ack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hpa-strip.png"/><Relationship Id="rId2" Type="http://schemas.openxmlformats.org/officeDocument/2006/relationships/image" Target="../media/grafana-cpu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qr-rep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KT Cloud(PPP)·온프레미스에 관제 시스템 구축, Linux·PostgreSQL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pic>
        <p:nvPicPr>
          <p:cNvPr id="21" name="Image 0" descr="/Users/kohyeokbae/고혁배/claude/eks-gitops-portfolio/docs/imag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040880" cy="400507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864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런타임 구성도 — 3계층 격리 · 아웃바운드 단일 경로(NAT) · 지표 중계(RDS→CloudWatch→EKS)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9552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955280" y="26974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2"/>
          <p:cNvSpPr/>
          <p:nvPr/>
        </p:nvSpPr>
        <p:spPr>
          <a:xfrm>
            <a:off x="795528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266090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841248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374904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6"/>
          <p:cNvSpPr/>
          <p:nvPr/>
        </p:nvSpPr>
        <p:spPr>
          <a:xfrm>
            <a:off x="795528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412480" y="3712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8412480" y="4023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 4종으로 권한 분리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48006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/>
          <p:nvPr/>
        </p:nvSpPr>
        <p:spPr>
          <a:xfrm>
            <a:off x="795528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412480" y="47640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8412480" y="5074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680960" y="1371600"/>
            <a:ext cx="3977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단일 진실 공급원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drift는 ArgoCD가 감지해 Git 상태로 복원 · 롤백 = git revert 한 번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680960" y="32461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— Synced / Healthy, hpa 포함 리소스 트리</a:t>
            </a:r>
            <a:endParaRPr lang="en-US" sz="1150" dirty="0"/>
          </a:p>
        </p:txBody>
      </p:sp>
      <p:pic>
        <p:nvPicPr>
          <p:cNvPr id="35" name="Image 0" descr="/Users/kohyeokbae/고혁배/claude/eks-gitops-portfolio/docs/images/Argo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3520440"/>
            <a:ext cx="3977640" cy="2322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1343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29000"/>
            <a:ext cx="8138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같은 실험에서 실증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사례 — Grafana OOMKilled도 이 알람 경로에 실제 이벤트로 포착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6235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 믿을 수 있다”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098280" y="1051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— FIRING → RESOLVED 실수신</a:t>
            </a:r>
            <a:endParaRPr lang="en-US" sz="1150" dirty="0"/>
          </a:p>
        </p:txBody>
      </p:sp>
      <p:pic>
        <p:nvPicPr>
          <p:cNvPr id="17" name="Image 0" descr="/Users/kohyeokbae/고혁배/claude/eks-gitops-portfolio/docs/images/slack 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450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· get pods — CPU 50% 기준 2~6 구성, 파드가 서로 다른 노드(AZ)에 분산 배치</a:t>
            </a:r>
            <a:endParaRPr lang="en-US" sz="1150" dirty="0"/>
          </a:p>
        </p:txBody>
      </p:sp>
      <p:pic>
        <p:nvPicPr>
          <p:cNvPr id="5" name="Image 0" descr="/private/tmp/claude-501/-Users-kohyeokbae-----claude/54364cdd-dcdd-49c1-bb3a-3e6e8bf637be/scratchpad/hpa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3584"/>
            <a:ext cx="11064240" cy="1453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83464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CPU Usage — 부하 투입 시 스파이크, summarizer 파드 6개로 증설 (우측 범례)</a:t>
            </a:r>
            <a:endParaRPr lang="en-US" sz="1150" dirty="0"/>
          </a:p>
        </p:txBody>
      </p:sp>
      <p:pic>
        <p:nvPicPr>
          <p:cNvPr id="7" name="Image 1" descr="/private/tmp/claude-501/-Users-kohyeokbae-----claude/54364cdd-dcdd-49c1-bb3a-3e6e8bf637be/scratchpad/mon1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90672"/>
            <a:ext cx="11064240" cy="209397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부하 투입 — busybox ×3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05409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1" name="Shape 7"/>
          <p:cNvSpPr/>
          <p:nvPr/>
        </p:nvSpPr>
        <p:spPr>
          <a:xfrm>
            <a:off x="342900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</p:sp>
      <p:sp>
        <p:nvSpPr>
          <p:cNvPr id="12" name="Text 8"/>
          <p:cNvSpPr/>
          <p:nvPr/>
        </p:nvSpPr>
        <p:spPr>
          <a:xfrm>
            <a:off x="350215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CPU 306% → 파드 2→6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93445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4" name="Shape 10"/>
          <p:cNvSpPr/>
          <p:nvPr/>
        </p:nvSpPr>
        <p:spPr>
          <a:xfrm>
            <a:off x="630936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</p:sp>
      <p:sp>
        <p:nvSpPr>
          <p:cNvPr id="15" name="Text 11"/>
          <p:cNvSpPr/>
          <p:nvPr/>
        </p:nvSpPr>
        <p:spPr>
          <a:xfrm>
            <a:off x="638251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부하 제거 → CPU 2%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81481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7" name="Shape 13"/>
          <p:cNvSpPr/>
          <p:nvPr/>
        </p:nvSpPr>
        <p:spPr>
          <a:xfrm>
            <a:off x="918972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</p:sp>
      <p:sp>
        <p:nvSpPr>
          <p:cNvPr id="18" name="Text 14"/>
          <p:cNvSpPr/>
          <p:nvPr/>
        </p:nvSpPr>
        <p:spPr>
          <a:xfrm>
            <a:off x="926287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안정화 창 후 6→2 복귀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48640" y="619963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6번째 파드는 Pending(“Too many pods”): 노드 확장은 Cluster Autoscaler의 몫 · HPA의 한계까지 실증 (백로그 근거)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S/A/B 등급으로 분류해 문서화 — 발표는 등급 상위 3건(S·S·A), 나머지 4건은 GitHub repo 참조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파드 전면 기동 불가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배포에서 파드 전원이 CreateContainerConfigError — 이미지 풀·Secret은 정상인데 컨테이너 생성이 거부됨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describe pod의 Events에 원인 명시 — “runAsNonRoot and image has non-numeric user (appuser), cannot verify”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이미지의 USER가 이름(appuser)뿐이라 kubelet이 시작 전에 UID를 판정 불가 — 이미지·매니페스트가 각자 올바른데 조합이 검증 불가능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securityContext에 runAsUser: 1000 명시 — 재빌드 없이 즉시 해결. 근본 대책(Dockerfile 숫자 UID)은 백로그로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 설정은 “각자 올바름”이 아니라 “조합이 검증 가능함”까지 확인해야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07008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70408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감지·자동 복구 — Git이 단일 진실 공급원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HPA 기준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50% · 파드 2~6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낮으면 과잉 증설, 높으면 대응 지연 / 최소 2 = AZ 분산 유지, 최대 6 = 비용 상한. 대기형 부하는 CPU가 안 오르는 함정을 검증에서 실확인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코드·이미지·repo에 비밀값 0 충족 / 단, tfvars·state 평문 한계는 인지 — 운영 전환 시 Secrets Manager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시 예상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$164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월 (≈ 23만원)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0B3B33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7월 실사용 (청구서 확정)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2628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2628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99.2% 감소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카드 청구액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2104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32104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전액 크레딧 차감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291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  </a:t>
            </a:r>
            <a:pPr indent="0" marL="0">
              <a:buNone/>
            </a:pPr>
            <a:r>
              <a:rPr lang="en-US" sz="13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단위로 apply / destroy 반복 — 필요한 시점에만 가동하고, state 밖 리소스(ALB·EBS)까지 전수검증해 “조용한 과금”을 차단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+ 9단계 루틴 · 20분 복원 · 5회 실증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4340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20" name="Text 18"/>
          <p:cNvSpPr/>
          <p:nvPr/>
        </p:nvSpPr>
        <p:spPr>
          <a:xfrm>
            <a:off x="452628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· GitOps · 알람 · HPA 전 항목 재통과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13816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832104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회수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78개 · 13개 항목 전수검증 · 잔여물 0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00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 — 그리고 언제든 20분이면 되살릴 수 있습니다”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실사용액은 7월 확정 청구서 기준 — 8월분도 전액 크레딧 차감 예정 (청구서 확정 시 갱신)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관제하던 클라우드에서, 설계하는 클라우드로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줄의 코드부터 회수까지 — 전 과정을 직접 검증했습니다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   ·   ADR 3건   ·   작업 로그·재기동/종료 루틴</a:t>
            </a:r>
            <a:endParaRPr lang="en-US" sz="1250" dirty="0"/>
          </a:p>
        </p:txBody>
      </p:sp>
      <p:pic>
        <p:nvPicPr>
          <p:cNvPr id="8" name="Image 0" descr="/private/tmp/claude-501/-Users-kohyeokbae-----claude/54364cdd-dcdd-49c1-bb3a-3e6e8bf637be/scratchpad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1536" y="3749040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74336" y="5120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— GitHub repo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63040" y="5760720"/>
            <a:ext cx="9235440" cy="658368"/>
          </a:xfrm>
          <a:prstGeom prst="roundRect">
            <a:avLst>
              <a:gd name="adj" fmla="val 50000"/>
            </a:avLst>
          </a:prstGeom>
          <a:solidFill>
            <a:srgbClr val="27337A"/>
          </a:solidFill>
          <a:ln w="12700">
            <a:solidFill>
              <a:srgbClr val="4E5C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63040" y="5760720"/>
            <a:ext cx="9235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soc05272@naver.com</a:t>
            </a:r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GitHub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운영 경험은 설계로 어떻게 쓰였나?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5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고객의 클라우드를 관제·운영하며 세워온 판단 기준이, 이 프로젝트의 AWS 설계 근거가 되었습니다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운영 관점 (Before)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ZENIUS 관제 · KT/NHN/Naver Cloud 운영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타인이 정의한 임계값과 경보에 대응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환경의 장애를 분석하고 보고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절차로 서버·DB·백업을 점검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이미지로 환경 표준화 (제공 시간 40%↓)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E8EEFB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새로운 관점 (After)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프로젝트 — 직접 설계·검증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알람 임계값을 직접 판단 (HPA 50% · 재시작 감지)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장애를 직접 주입해 경보 경로를 검증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재기동 9단계·종료 4단계 절차를 직접 작성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표준화를 파이프라인 자동화로 확장 (CI→ECR→ArgoCD)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