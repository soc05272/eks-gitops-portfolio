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“모니터링하던 시스템을, 이번에는 처음부터 직접 세워보기”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솔루션 엔지니어로서 Docker 컨테이너 · PostgreSQL · 모니터링 시스템 운영과 장애 대응 수행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배포·재구축·장애 대응이 수작업에 의존하는 한계 체감 → 설계·구축·자동화 관점으로 확장하는 프로젝트 기획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2148840"/>
            <a:ext cx="74980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2860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10.0.0.0/16  (2개 가용영역)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269748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2770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서브넷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0120" y="30632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(internet-facing) · NAT Gateway ×1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356616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6393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서브넷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0120" y="39319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1.31 노드 (Spot ×2) — 앱 파드 2~6 (HPA) · ArgoCD · Prometheus/Grafana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443484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45079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서브넷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60120" y="4800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 17 (db.t3.micro)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577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ALB → 파드 → RDS / Claude API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124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12480" y="265176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869680" y="26151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8696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1248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9" name="Text 37"/>
          <p:cNvSpPr/>
          <p:nvPr/>
        </p:nvSpPr>
        <p:spPr>
          <a:xfrm>
            <a:off x="84124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869680" y="35753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88696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 4종으로 권한 분리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412480" y="45720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69680" y="4535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8869680" y="4846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90줄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3" name="Text 21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77240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 구조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772400" y="1828800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배포 상태의 단일 진실 공급원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 변경이 섞여도 ArgoCD가 drift 감지 후 Git 상태로 복원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롤백 = 매니페스트 repo git revert 한 번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772400" y="457200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10163F"/>
          </a:solidFill>
          <a:ln/>
        </p:spPr>
      </p:sp>
      <p:sp>
        <p:nvSpPr>
          <p:cNvPr id="31" name="Text 29"/>
          <p:cNvSpPr/>
          <p:nvPr/>
        </p:nvSpPr>
        <p:spPr>
          <a:xfrm>
            <a:off x="8001000" y="47091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http://&lt;ALB&gt;/healthz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"version":"0.2.1"}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17627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23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5079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29768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40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747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이 과정에서 함께 실증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2120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</a:t>
            </a:r>
            <a:endParaRPr lang="en-US" sz="1700" dirty="0"/>
          </a:p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믿을 수 있다”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675120" y="1463040"/>
            <a:ext cx="4937760" cy="4754880"/>
          </a:xfrm>
          <a:prstGeom prst="roundRect">
            <a:avLst>
              <a:gd name="adj" fmla="val 1538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903720" y="292608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스크린샷 삽입 자리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[FIRING] AppPodRestarting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[RESOLVED] 복구 통보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56362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63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93392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41732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417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투입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busybox 무한 요청 3기 가동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4261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642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3072384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496312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496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감지 · 증설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306% 감지 → 파드 2 → 6 (약 2분)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721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4151376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575304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57530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제거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2%로 하락 — 안정화 창 대기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8006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800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280160" y="465429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1554480" y="46542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원상 복귀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6.5분 후 6 → 2 자동 축소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8064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축소가 느린 것은 결함이 아니라 설계 — 출렁임(flapping) 방지용 안정화 창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858000" y="1417320"/>
            <a:ext cx="4754880" cy="2743200"/>
          </a:xfrm>
          <a:prstGeom prst="roundRect">
            <a:avLst>
              <a:gd name="adj" fmla="val 2667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7040880" y="2468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/ Grafana CPU 그래프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스크린샷 삽입 자리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858000" y="4389120"/>
            <a:ext cx="4754880" cy="1783080"/>
          </a:xfrm>
          <a:prstGeom prst="roundRect">
            <a:avLst>
              <a:gd name="adj" fmla="val 4103"/>
            </a:avLst>
          </a:prstGeom>
          <a:solidFill>
            <a:srgbClr val="CADCFC"/>
          </a:solidFill>
          <a:ln/>
        </p:spPr>
      </p:sp>
      <p:sp>
        <p:nvSpPr>
          <p:cNvPr id="27" name="Text 25"/>
          <p:cNvSpPr/>
          <p:nvPr/>
        </p:nvSpPr>
        <p:spPr>
          <a:xfrm>
            <a:off x="7086600" y="4526280"/>
            <a:ext cx="4297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HPA의 한계까지 확인
</a:t>
            </a:r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6번째 파드가 Pending: “Too many pods”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자원이 바닥나면 HPA는 무력 —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확장은 Cluster Autoscaler의 몫 (백로그 근거)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문제→진단→해결→배운점 형식으로 문서화 — 발표에서는 대표 3건 (GitHub repo 참조)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재발 사고와 절차 개선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[1차]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1차: 토큰 복사 시 개행 혼입 → 인증 실패 → 클립보드에서 직접 읽는 방식(pbpaste) 도입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2차: 명령어를 복사하는 순간 클립보드의 토큰이 덮임 → 명령어 텍스트가 비밀번호로 등록됨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“클립보드에서 읽는다”는 설계 자체가 실행 순서에 의존 — 사람이 지키기 어려운 암묵적 전제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클립보드를 데이터 경로에서 제거 — 화면 비표시 프롬프트로 절차 자체를 교체. 비밀값은 노출 없이 길이·접두사만으로 진단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재발은 사람의 부주의가 아니라 프로세스의 결함 신호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6675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감지와 자동 복구 — Git이 단일 진실 공급원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비밀값이 코드·이미지·상태파일에 남지 않는 조건 충족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 — 재현 → 검증 → 회수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 + 9단계 루틴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20분 내 전체 스택 복원 (5회 실증)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965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8" name="Shape 6"/>
          <p:cNvSpPr/>
          <p:nvPr/>
        </p:nvSpPr>
        <p:spPr>
          <a:xfrm>
            <a:off x="44348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548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 · GitOps · 알람 · HPA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재통과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827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83210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410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회수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410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 4단계 → destroy 78개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13개 항목 전수검증 → 잔여물 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3520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 운영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월 $164 → destroy 병행으로 검증 하루 2,000원 미만  ·  state 밖 리소스(ALB·EBS)까지 검증해 “조용한 과금” 차단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43484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그리고 언제든 20분이면 되살릴 수 있습니다”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repo에서 확인하실 수 있습니다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</a:t>
            </a:r>
            <a:endParaRPr lang="en-US" sz="135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 기록 3건 (ADR)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날짜별 작업 로그와 재기동·종료 루틴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778240" y="6309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(QR코드 삽입 자리 — 우하단)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