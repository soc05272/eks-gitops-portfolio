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“모니터링하던 시스템을, 이번에는 처음부터 직접 세워보기”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 엔지니어로서 Docker 컨테이너 · PostgreSQL · 모니터링 시스템 운영과 장애 대응 수행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배포·재구축·장애 대응이 수작업에 의존하는 한계 체감 → 설계·구축·자동화 관점으로 확장하는 프로젝트 기획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