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26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서비스명을 앞세운 표지. 구축과 검증(5회 재현)을 분리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시연 과정에 HPA가 추가됐고, 07은 트러블슈팅+재점검 구성.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경력 연결이 핵심. 역량 4축 — 4번째 축에 HPA 실증이 들어갔다.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결과부터 보여주는 장. HPA 실증이 배지로 승격.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파이프라인(위)과 VPC(아래). 앱 파드는 HPA가 2~6으로 조절.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4번이 갱신 포인트 — HPA와 ArgoCD의 역할 분리(충돌 방지)까지 설계 의도로 승격.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카드 아래 '무엇을 위해 썼는지' 한 줄이 포인트. PG17·HPA 반영.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앱의 단순함은 의도적 설계. stateless가 HPA·Spot의 전제임을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여기에 ArgoCD Synced 스크린샷을 추가해도 좋다 (확보됨).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파드 kill → Slack 실수신. self-healing(자동 복구)도 같은 실험에서 실증.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HPA 사이클 실증 + 한계(Pending) 관찰까지. '늘어난 것'보다 '한계를 본 것'이 더 값지다는 톤으로.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무증상 실패를 쪼개서 진단한 과정이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추측 대신 CloudTrail 실측값 확인 — 가장 값진 디버깅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실수를 절차 개선으로 전환한 태도를 보여주는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차별화 포인트. 에러가 나기 전에(또는 에러 없이) 문제를 발견한 4건.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PG17 행 추가 — 현업 버전과 정렬한 결정. 근거에 수치와 포기한 대안.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배운 점 1번에 HPA 관찰이 녹아듦. 백로그 1순위가 CA로 — Pending 실증이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표지와 수미상관. 질문 대응은 interview-prep.md 기반.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arch-diagram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argocd-shot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ack-shot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hpa-strip.png"/><Relationship Id="rId2" Type="http://schemas.openxmlformats.org/officeDocument/2006/relationships/image" Target="../media/grafana-cpu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qr-rep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7337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54480" y="4937760"/>
            <a:ext cx="3474720" cy="3474720"/>
          </a:xfrm>
          <a:prstGeom prst="ellipse">
            <a:avLst/>
          </a:prstGeom>
          <a:solidFill>
            <a:srgbClr val="27337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50292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27337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502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 Portfolio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0" y="548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개인 프로젝트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텍스트 요약 서비스를 위한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EKS · GitOps 인프라 프로젝트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운영에서 구축으로: IaC, GitOps, 관측성을 한 사이클로 직접 돌려봤습니다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고혁배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· Terraform · EKS · ArgoCD)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5120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 ~ 2026.08 (구축)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 (재검증 5회)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소개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394960" y="685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0" y="6858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394960" y="1161288"/>
            <a:ext cx="6035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0" y="1252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0" y="125272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요약·성과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394960" y="1728216"/>
            <a:ext cx="6035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94960" y="181965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181965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흐름도 구성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394960" y="2295144"/>
            <a:ext cx="6035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94960" y="238658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238658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기술스택 활용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394960" y="2862072"/>
            <a:ext cx="6035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94960" y="29535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29535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애플리케이션 구성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394960" y="3429000"/>
            <a:ext cx="6035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94960" y="3520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5040" y="3520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과정 (GitOps · 알람 · HPA)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394960" y="3995928"/>
            <a:ext cx="6035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94960" y="40873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5040" y="40873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· 재점검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5394960" y="4562856"/>
            <a:ext cx="6035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94960" y="46542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35040" y="465429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설계 의사결정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5394960" y="5129784"/>
            <a:ext cx="6035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94960" y="52212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35040" y="522122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01. 프로젝트 개요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“관제하고 운영하던 클라우드를, 이번에는 직접 설계하다”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통합관제 솔루션(ZENIUS) 기술지원: KT Cloud(PPP)와 온프레미스에 관제 시스템을 구축하고 Linux·PostgreSQL 장애를 분석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클라우드 운영(NHN·Naver Cloud): Docker 이미지 표준화로 개발 환경 제공 시간 40% 단축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운영하며 느낀 수작업의 한계를, AWS SAP를 준비하며 익힌 설계 지식으로 직접 구축하고 검증해 봤습니다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651760" cy="2697480"/>
          </a:xfrm>
          <a:prstGeom prst="roundRect">
            <a:avLst>
              <a:gd name="adj" fmla="val 310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(Infrastructure as Code)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443484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Terraform으로 리소스 78개 코드화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한 번으로 같은 환경 재현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3246120"/>
            <a:ext cx="2651760" cy="2697480"/>
          </a:xfrm>
          <a:prstGeom prst="roundRect">
            <a:avLst>
              <a:gd name="adj" fmla="val 310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2044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7472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(CI/CD)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84448" y="443484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한 번으로 빌드부터 배포까지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ArgoCD가 drift 감지·자동 복구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246120"/>
            <a:ext cx="2651760" cy="2697480"/>
          </a:xfrm>
          <a:prstGeom prst="roundRect">
            <a:avLst>
              <a:gd name="adj" fmla="val 310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5508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0936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(Security)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19088" y="443484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키리스 인증 · IRSA 최소 권한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비밀값 Secret 분리 주입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3246120"/>
            <a:ext cx="2651760" cy="2697480"/>
          </a:xfrm>
          <a:prstGeom prst="roundRect">
            <a:avLst>
              <a:gd name="adj" fmla="val 310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8972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관측·확장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4400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(Observability · HPA)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53728" y="443484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알람 실제 수신 확인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2→6→2 증감 확인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02. 프로젝트 요약·성과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텍스트 요약 서비스를 EKS에 GitOps로 배포하고, 관측성과 오토스케일링까지 구축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기간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2026.07 ~ 08  (실작업 약 8일, 주말·저녁 활용)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기술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· EKS · RDS(PostgreSQL 17) · GitHub Actions(OIDC) · ArgoCD · HPA · Prometheus/Grafana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규모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리소스 78개 · 트러블슈팅 기록 7건 · ADR 3건 · 수명주기 재현 5회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항목 검증 완료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49834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4983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F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E2E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383280" y="49834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383280" y="4983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F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자동배포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49834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17920" y="4983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F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2→6→2 실증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052560" y="49834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052560" y="4983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F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알람 수신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 아키텍처 흐름도 구성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1887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03704" y="1371600"/>
            <a:ext cx="201168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432304" y="1188720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478024" y="11887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키리스 인증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87368" y="1371600"/>
            <a:ext cx="201168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15968" y="1188720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361688" y="11887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71032" y="1371600"/>
            <a:ext cx="201168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99632" y="1188720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45352" y="11887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매니페스트 repo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커밋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54696" y="1371600"/>
            <a:ext cx="201168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83296" y="1188720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9016" y="11887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738360" y="1371600"/>
            <a:ext cx="201168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966960" y="1188720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012680" y="11887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무중단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롤링 배포</a:t>
            </a:r>
            <a:endParaRPr lang="en-US" sz="1050" dirty="0"/>
          </a:p>
        </p:txBody>
      </p:sp>
      <p:pic>
        <p:nvPicPr>
          <p:cNvPr id="21" name="Image 0" descr="/Users/kohyeokbae/고혁배/claude/eks-gitops-portfolio/docs/imag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7040880" cy="40050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8640" y="6053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런타임 구성도: 3계층 서브넷 격리, NAT 단일 아웃바운드, RDS 지표는 CloudWatch를 거쳐 EKS로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552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포인트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955280" y="2697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95528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412480" y="26609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액세스 키 없는 CI 인증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41248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OIDC → AWS Role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374904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95528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412480" y="3712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파드 단위 최소 권한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412480" y="4023360"/>
            <a:ext cx="35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3종: ALB Controller · EBS CSI · CloudWatch exporter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480060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955280" y="4800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412480" y="4764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상태/무상태 계층 분리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8412480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3계층 서브넷 설계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 아키텍처 흐름도 구성 - 핵심 설계 의도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4754880"/>
          </a:xfrm>
          <a:prstGeom prst="roundRect">
            <a:avLst>
              <a:gd name="adj" fmla="val 1923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&lt;핵심 설계 의도&gt;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63040" y="22860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외부 진입점은 ALB 하나로. target-type: ip로 파드에 직접 라우팅해 홉을 줄임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3218688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EKS·RDS는 Private/DB 서브넷에 두고, RDS는 노드 SG를 참조해 5432만 허용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4151376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AWS 자원은 전부 Terraform으로. 서브넷 태그까지 코드에 적고, destroy 후 잔여물 13개 항목을 직접 확인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5084064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부하는 HPA가, 배포는 ArgoCD가. replicas 소유권을 나눠 두 도구가 충돌하지 않게 함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04. 기술스택 활용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5270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클라우드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2039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(ap-northeast-2)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인프라 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운영 기반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26280" y="15270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컨테이너·오케스트레이션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480560" y="2039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ECR · EKS · HPA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빌드부터 배포,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자가치유·자동 확장까지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15270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인프라 코드화 (IaC)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75320" y="2039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S3 (원격 state)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2514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리소스 78개 코드 정의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state는 S3에 두고 destroy·apply 반복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40416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(GitOps)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5800" y="45537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ArgoCD · Kustomize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기반 자동 배포와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자동 복구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26280" y="40416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저장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480560" y="45537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(PostgreSQL 17)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5029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관리형 DB로 상태 분리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참조 접근 통제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21040" y="40416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관측·알람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275320" y="45537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CloudWatch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66760" y="5029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 수집·대시보드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알람 전달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05. 애플리케이션 구성 - 인프라 전체를 지나가는 검증 단위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텍스트 요약 API  ·  FastAPI + Claude API + RDS  ·  단일 파일 88줄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/summaries 한 요청의 여정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956816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210312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42032" y="2350008"/>
            <a:ext cx="246888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825496" y="2103120"/>
            <a:ext cx="1956816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71216" y="210312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18888" y="2350008"/>
            <a:ext cx="246888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102352" y="2103120"/>
            <a:ext cx="1956816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48072" y="210312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95744" y="2350008"/>
            <a:ext cx="246888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79208" y="2103120"/>
            <a:ext cx="1956816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424928" y="210312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요약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 경유)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372600" y="2350008"/>
            <a:ext cx="246888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656064" y="2103120"/>
            <a:ext cx="1956816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01784" y="210312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저장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지킨 클라우드 네이티브 규약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593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  </a:t>
            </a:r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상태는 전부 RDS에. 파드는 언제 죽어도 되는 소모품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178808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41605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비밀값 0   </a:t>
            </a:r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쿠버네티스 Secret을 환경변수로 주입. 코드·이미지·repo 어디에도 없음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745736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4745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72744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프로브 계약   </a:t>
            </a:r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/healthz 하나로 자가치유 판단과 배포 버전 확인을 같이 함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요청 하나가 통과하면 ALB부터 RDS까지 전 구간이 검증된 셈입니다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06. 시연 과정 (1/3) - GitOps 자동 배포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904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920240"/>
            <a:ext cx="0" cy="438912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80160" y="1371600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   </a:t>
            </a:r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0.2.1 커밋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2889504"/>
            <a:ext cx="0" cy="438912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280160" y="2340864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554480" y="234086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  </a:t>
            </a:r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인증 → 이미지 빌드 → ECR 푸시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" y="3858768"/>
            <a:ext cx="0" cy="438912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280160" y="3310128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554480" y="33101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매니페스트 repo    </a:t>
            </a:r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태그 자동 커밋 (kustomize edit)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439826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4398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398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" y="4828032"/>
            <a:ext cx="0" cy="438912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280160" y="4279392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554480" y="42793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   </a:t>
            </a:r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감지 → 무중단 롤링 배포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0080" y="536752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5367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5367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280160" y="5248656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554480" y="524865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검증  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{"version": "0.2.1"} 응답 확인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760720" y="5205001"/>
            <a:ext cx="588264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repo(공개)와 매니페스트 repo(비공개)를 분리. Git이 단일 진실 공급원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drift는 ArgoCD가 감지해 Git 상태로 되돌리고, 롤백은 git revert 한 번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760720" y="1371600"/>
            <a:ext cx="588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화면: Synced / Healthy, hpa까지 포함된 리소스 트리</a:t>
            </a:r>
            <a:endParaRPr lang="en-US" sz="1150" dirty="0"/>
          </a:p>
        </p:txBody>
      </p:sp>
      <p:pic>
        <p:nvPicPr>
          <p:cNvPr id="35" name="Image 0" descr="/Users/kohyeokbae/고혁배/claude/eks-gitops-portfolio/docs/images/Argo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645920"/>
            <a:ext cx="5882640" cy="34390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06. 시연 과정 (2/3) - 관측·알람 검증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463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13432" y="1645920"/>
            <a:ext cx="237744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60320" y="146304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06040" y="1463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645920"/>
            <a:ext cx="237744" cy="201168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146304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1463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지표는 CloudWatch에서 exporter를 거쳐 Prometheus로 모음. 알람 경로를 하나로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장애를 직접 만들어서 확인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8138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파드 강제 종료 → 알람 FIRING → Slack 수신 확인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복구되면 RESOLVED 통보까지 오는지 왕복 확인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파드 삭제 후 자동 복구(self-healing)도 같은 실험에서 확인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Grafana OOMKilled도 이 경로로 실제 이벤트가 잡힘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울리는 것을 확인한 알람만 믿기로 했습니다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9828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FIRING → RESOLVED 수신</a:t>
            </a:r>
            <a:endParaRPr lang="en-US" sz="1150" dirty="0"/>
          </a:p>
        </p:txBody>
      </p:sp>
      <p:pic>
        <p:nvPicPr>
          <p:cNvPr id="17" name="Image 0" descr="/Users/kohyeokbae/고혁배/claude/eks-gitops-portfolio/docs/images/slack 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832" y="1325880"/>
            <a:ext cx="2580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06. 시연 과정 (3/3) - HPA 오토스케일링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hpa / get pods: CPU 50% 기준 2~6, 파드는 서로 다른 노드(AZ)에 분산</a:t>
            </a:r>
            <a:endParaRPr lang="en-US" sz="1150" dirty="0"/>
          </a:p>
        </p:txBody>
      </p:sp>
      <p:pic>
        <p:nvPicPr>
          <p:cNvPr id="5" name="Image 0" descr="/private/tmp/claude-501/-Users-kohyeokbae-----claude/54364cdd-dcdd-49c1-bb3a-3e6e8bf637be/scratchpad/hpa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3584"/>
            <a:ext cx="11064240" cy="1453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346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CPU Usage: 부하를 넣자 스파이크, summarizer 파드가 6개로 늘어남 (우측 범례)</a:t>
            </a:r>
            <a:endParaRPr lang="en-US" sz="1150" dirty="0"/>
          </a:p>
        </p:txBody>
      </p:sp>
      <p:pic>
        <p:nvPicPr>
          <p:cNvPr id="7" name="Image 1" descr="/private/tmp/claude-501/-Users-kohyeokbae-----claude/54364cdd-dcdd-49c1-bb3a-3e6e8bf637be/scratchpad/mon1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90672"/>
            <a:ext cx="11064240" cy="20939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413248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21792" y="541324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부하 투입 (busybox 3개)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054096" y="5605272"/>
            <a:ext cx="338328" cy="182880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3429000" y="5413248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3502152" y="541324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CPU 306% → 파드 2→6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934456" y="5605272"/>
            <a:ext cx="338328" cy="182880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309360" y="5413248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382512" y="541324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부하 제거 → CPU 2%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814816" y="5605272"/>
            <a:ext cx="338328" cy="182880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9189720" y="5413248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9262872" y="541324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안정화 창 후 6→2 복귀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48640" y="6199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관찰: 6번째 파드는 Pending(Too many pods). 노드를 늘리는 건 Cluster Autoscaler 몫이라 HPA의 한계도 같이 봄 (백로그 근거)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07. 트러블슈팅 (1/3) - 노드그룹 무증상 실패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3990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74520" y="132588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노드그룹이 38분 만에 CREATE_FAILED. 그동안 상태 API(health.issues)는 비어 있었음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3591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[진단]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74520" y="228600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인스턴스가 떴는지부터 확인해 범위를 절반으로 줄임. 기동 자체가 거부된 것이었고, 사유는 ASG 활동 로그에만 적혀 있었음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33192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324612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Plan 계정의 인스턴스 타입 제약. 코드가 아니라 계정 정책 문제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297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 </a:t>
            </a:r>
            <a:pPr indent="0" marL="0">
              <a:buNone/>
            </a:pPr>
            <a:r>
              <a:rPr lang="en-US" sz="1350" dirty="0">
                <a:solidFill>
                  <a:srgbClr val="24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타입을 바꿔 우회하는 대신 Paid Plan으로 전환. 코드는 그대로 두고 재시도해 성공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[배운점]  </a:t>
            </a:r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 사유가 적히는 곳은 따로 있다. API가 조용하다고 정상인 게 아니다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트러블슈팅은 총 7건을 S/A/B 등급으로 기록. 여기서는 상위 3건(S·S·A)만 다루고 나머지는 repo에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07. 트러블슈팅 (2/3) - OIDC 인증 불일치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3990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74520" y="132588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CI의 AWS 인증(OIDC) 실패. 에러는 Not authorized 한 줄뿐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3591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[진단]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74520" y="228600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전파 지연, 정책 연산자 두 가설을 세워 확인했지만 둘 다 아니었음. CloudTrail에 GitHub가 실제로 보낸 값이 남아 있었음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33192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324612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GitHub가 sub 클레임에 @계정ID·@저장소ID를 붙이는 새 형식을 쓰는데, 커뮤니티 모듈은 옛 형식으로 조건을 만들고 있었음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297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 </a:t>
            </a:r>
            <a:pPr indent="0" marL="0">
              <a:buNone/>
            </a:pPr>
            <a:r>
              <a:rPr lang="en-US" sz="1350" dirty="0">
                <a:solidFill>
                  <a:srgbClr val="24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Role을 직접 정의하고 ID까지 고정. 계정명 탈취·재생성 공격까지 막히는 부수효과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[배운점]  </a:t>
            </a:r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신뢰 정책은 내가 기대하는 값이 아니라 상대가 실제로 보내는 값에 맞춰야 한다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07. 트러블슈팅 (3/3) - 파드 전면 기동 불가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3990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74520" y="132588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배포에서 파드 전부가 CreateContainerConfigError. 이미지 풀과 Secret은 정상인데 컨테이너 생성이 거부됨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3591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[진단]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74520" y="228600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describe pod의 Events에 그대로 적혀 있었음: runAsNonRoot and image has non-numeric user (appuser), cannot verify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33192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324612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이미지의 USER가 이름(appuser)뿐이라 kubelet이 시작 전에 UID를 알 수 없음. 이미지도 매니페스트도 각자는 맞는데 조합이 검증이 안 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297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 </a:t>
            </a:r>
            <a:pPr indent="0" marL="0">
              <a:buNone/>
            </a:pPr>
            <a:r>
              <a:rPr lang="en-US" sz="1350" dirty="0">
                <a:solidFill>
                  <a:srgbClr val="24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securityContext에 runAsUser: 1000을 명시해 재빌드 없이 해결. Dockerfile을 숫자 UID로 바꾸는 건 백로그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[배운점]  </a:t>
            </a:r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 설정은 각각 맞는지가 아니라 조합해서 검증되는지까지 봐야 한다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07. 구축 후 재점검 - 에러 없는 문제 찾기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자동화 도구끼리의 충돌 사전 제거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HPA가 늘린 파드를 ArgoCD가 도로 줄일 수 있는 구조를 배포 전에 발견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replicas를 Git에서 빼고 소유권을 HPA로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성공 ≠ 무중단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성공 직후 응답 실패 1회를 그냥 넘기지 않고 추적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계층마다 완료 기준이 다르다는 걸 확인. Readiness Gate는 백로그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931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HPA의 한계 실증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증설 중 파드 Pending(Too many pods). 노드 쪽 한계였음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Cluster Autoscaler 도입 근거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3931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 OOMKilled 실측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92240" y="4480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제한 256Mi가 실사용에서는 부족했음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512Mi로 올리고 근거를 주석으로 코드에 남김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돌아간다고 끝이 아니라, 에러 없이 지나가는 문제를 찾아 기록했습니다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08. 핵심 설계 의사결정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11064240" cy="4760624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70408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결정 항목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배포 방식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556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ArgoCD (pull)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CI가 직접 배포하는 방식과 달리 자격증명이 클러스터 밖으로 안 나감. drift 감지·자동 복구, Git이 단일 진실 공급원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HPA 기준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556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50% · 파드 2~6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낮으면 과잉 증설, 높으면 대응 지연 / 최소 2 = AZ 분산 유지, 최대 6 = 비용 상한. 대기형 부하는 CPU가 안 오르는 함정을 검증에서 실확인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계층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556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관리형 (단일 AZ)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백업·패치를 관리형에 위임, 앱과 수명주기 분리 / Multi-AZ는 비용 약 2배로 인지한 상태에서 제외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파드 상태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556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(상태는 RDS에)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파드를 언제든 죽일 수 있어야 HPA 증감과 Spot 회수가 성립. 세션·파일을 파드 안에 두지 않음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버전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556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현업에서 운영 중인 솔루션 DB와 같은 버전. 재생성 구조라 코드 한 줄만 바꿈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네트워크 비용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556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단일 NAT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AZ별 NAT 대비 월 $40 절감 / 단일 장애점은 문서화하고 수용 (포트폴리오 환경)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비밀값 관리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556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Secret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Manager는 이 규모엔 과함. 코드·이미지·repo에 비밀값 0은 충족. tfvars·state 평문 한계는 알고 있고, 운영 전환 시 Secrets Manager 검토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55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과하지 않게: 서비스 메시, 멀티클러스터, Karpenter는 규모에 안 맞아 뺐습니다 (근거는 repo의 ADR)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09. 마무리 - 운영 경험이 설계에 어떻게 쓰였나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1430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5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클라우드를 관제·운영하며 쌓인 판단 기준이 이 프로젝트의 설계 근거가 됐습니다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운영 관점 (Before)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8529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ZENIUS 관제 · KT/NHN/Naver Cloud 운영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남이 정한 임계값과 경보에 대응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환경의 장애를 분석해 보고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절차로 서버·DB·백업 점검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이미지로 환경 표준화 (제공 시간 40% 단축)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E8EEFB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새로운 관점 (After)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8529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 - 직접 설계·검증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알람 임계값을 직접 판단 (HPA 50% · 재시작 감지)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장애를 직접 만들어 경보 경로 검증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재기동 9단계·종료 4단계 절차를 직접 작성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표준화를 파이프라인 자동화로 확장 (CI→ECR→ArgoCD)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09. 마무리 - 배운 점과 다음 단계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배운 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기준은 계층마다 다르다: rollout 성공 ≠ LB 무중단, HPA 증설 ≠ 노드 여유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원인이 적히는 곳은 따로 있다: ASG 로그, CloudTrail, 파드 Events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문서가 곧 재현성이다: ADR 3건, 트러블슈팅 7건, 운영 루틴으로 5회 재현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0" cy="4480560"/>
          </a:xfrm>
          <a:prstGeom prst="line">
            <a:avLst/>
          </a:prstGeom>
          <a:noFill/>
          <a:ln w="19050">
            <a:solidFill>
              <a:srgbClr val="E1E6F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1325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 (백로그)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Autoscaler: Pending 관찰을 근거로 노드 자동 확장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Readiness Gate: 롤링 배포 무중단 보강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알람 라우팅 튜닝 (InfoInhibitor 등)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코드 + CI 테스트 단계 · 앱 고도화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7337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54480" y="4937760"/>
            <a:ext cx="3474720" cy="3474720"/>
          </a:xfrm>
          <a:prstGeom prst="ellipse">
            <a:avLst/>
          </a:prstGeom>
          <a:solidFill>
            <a:srgbClr val="27337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관제하던 클라우드에서, 설계하는 클라우드로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한 줄부터 회수까지, 전 과정을 직접 검증했습니다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7건 (문제 → 진단 → 해결 → 배운 점)   ·   ADR 3건   ·   작업 로그·재기동/종료 루틴</a:t>
            </a:r>
            <a:endParaRPr lang="en-US" sz="1250" dirty="0"/>
          </a:p>
        </p:txBody>
      </p:sp>
      <p:pic>
        <p:nvPicPr>
          <p:cNvPr id="8" name="Image 0" descr="/private/tmp/claude-501/-Users-kohyeokbae-----claude/54364cdd-dcdd-49c1-bb3a-3e6e8bf637be/scratchpad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1536" y="3749040"/>
            <a:ext cx="1325880" cy="1325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74336" y="5120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 repo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463040" y="5760720"/>
            <a:ext cx="9235440" cy="658368"/>
          </a:xfrm>
          <a:prstGeom prst="roundRect">
            <a:avLst>
              <a:gd name="adj" fmla="val 50000"/>
            </a:avLst>
          </a:prstGeom>
          <a:solidFill>
            <a:srgbClr val="27337A"/>
          </a:solidFill>
          <a:ln w="12700">
            <a:solidFill>
              <a:srgbClr val="4E5CA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63040" y="5760720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soc05272@naver.com</a:t>
            </a:r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GitHub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github.com/soc05272/eks-gitops-portfolio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2026-08-27T12:24:40Z</dcterms:created>
  <dcterms:modified xsi:type="dcterms:W3CDTF">2026-08-27T12:24:40Z</dcterms:modified>
</cp:coreProperties>
</file>