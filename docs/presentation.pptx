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각자 옳은 설정(이미지 USER × runAsNonRoot)의 조합이 검증 불가였던 사례. 재빌드 없이 해결하고 근본 대책(Dockerfile 숫자 UID)은 백로그로 둔 판단이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면접 준비 노트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arch-diagram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hpa-strip.png"/><Relationship Id="rId2" Type="http://schemas.openxmlformats.org/officeDocument/2006/relationships/image" Target="../media/grafana-cpu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구축으로: IaC, GitOps, 관측성을 한 사이클로 직접 돌려봤습니다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수명주기 재현 5회 (7~8월)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기술지원: KT Cloud(PPP)와 온프레미스에 관제 시스템을 구축하고 Linux·PostgreSQL 장애를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운영(NHN·Naver Cloud): Docker 이미지 표준화로 개발 환경 제공 시간 40% 단축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운영하며 느낀 수작업의 한계를, AWS SAP를 준비하며 익힌 설계 지식으로 직접 구축하고 검증해 봤습니다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Terraform으로 리소스 78개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번으로 같은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빌드부터 배포까지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ArgoCD가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실제 수신 확인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증감 확인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EKS에 GitOps로 배포하고, 관측성과 오토스케일링까지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Kustomize · HPA · Prometheus/Grafana · CloudWatch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검증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432304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78024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15968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361688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99632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45352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83296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29016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96696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1268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pic>
        <p:nvPicPr>
          <p:cNvPr id="21" name="Image 0" descr="/Users/kohyeokbae/고혁배/claude/eks-gitops-portfolio/docs/imag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040880" cy="4017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런타임 구성도: 3계층 서브넷 격리, NAT 단일 아웃바운드, RDS 지표는 CloudWatch를 거쳐 EKS로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552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955280" y="26974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95528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660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41248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374904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795528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412480" y="3712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412480" y="4023360"/>
            <a:ext cx="35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3종: ALB Controller · EBS CSI · CloudWatch exporter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48006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95528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412480" y="47640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412480" y="5074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-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진입점은 ALB 하나로. target-type: ip로 파드에 직접 라우팅해 홉을 줄임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EKS·RDS는 Private/DB 서브넷에 두고, RDS는 노드 SG를 참조해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기반 자원은 전부 Terraform으로. 서브넷 태그까지 코드에 적고,</a:t>
            </a:r>
            <a:b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밖 자원(ALB·EBS)은 종료 절차로 회수해 destroy 후 잔여물 13개 항목을 직접 확인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ArgoCD가. replicas 소유권을 나눠 두 도구가 충돌하지 않게 함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· S3 (원격 state)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state는 S3에 두고 destroy·apply 반복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 · Helm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- 인프라 전체를 지나가는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RDS에. 파드는 언제 죽어도 되는 소모품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Secret을 환경변수로 주입.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 하나로 자가치유 판단과 배포 버전 확인을 같이 함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요청 하나가 통과하면 ALB부터 RDS까지 전 구간이 검증된 셈입니다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-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80160" y="1371600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554480" y="1371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280160" y="2340864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554480" y="23408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280160" y="3310128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554480" y="33101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280160" y="4279392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554480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554480" y="524865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760720" y="5205001"/>
            <a:ext cx="588264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repo(공개)와 매니페스트 repo(비공개)를 분리.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되돌리고, 롤백은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760720" y="1371600"/>
            <a:ext cx="588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화면: Synced / Healthy, hpa까지 포함된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645920"/>
            <a:ext cx="5882640" cy="34390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-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CloudWatch에서 exporter를 거쳐 Prometheus로 모음. 알람 경로를 하나로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만들어서 확인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복구되면 RESOLVED 통보까지 오는지 왕복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후 자동 복구(self-healing)도 같은 실험에서 확인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Grafana OOMKilled도 이 경로로 실제 이벤트가 잡힘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울리는 것을 확인한 알람만 믿기로 했습니다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Slack: FIRING → RESOLVED 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9832" y="1325880"/>
            <a:ext cx="2580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-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get pods: CPU 50% 기준 2~6, 파드는 서로 다른 노드(AZ)에 분산</a:t>
            </a:r>
            <a:endParaRPr lang="en-US" sz="1150" dirty="0"/>
          </a:p>
        </p:txBody>
      </p:sp>
      <p:pic>
        <p:nvPicPr>
          <p:cNvPr id="5" name="Image 0" descr="/private/tmp/claude-501/-Users-kohyeokbae-----claude/54364cdd-dcdd-49c1-bb3a-3e6e8bf637be/scratchpad/hpa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3584"/>
            <a:ext cx="11064240" cy="1453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83464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CPU Usage: 부하를 넣자 스파이크, summarizer 파드가 6개로 늘어남 (우측 범례)</a:t>
            </a:r>
            <a:endParaRPr lang="en-US" sz="1150" dirty="0"/>
          </a:p>
        </p:txBody>
      </p:sp>
      <p:pic>
        <p:nvPicPr>
          <p:cNvPr id="7" name="Image 1" descr="/private/tmp/claude-501/-Users-kohyeokbae-----claude/54364cdd-dcdd-49c1-bb3a-3e6e8bf637be/scratchpad/mon1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90672"/>
            <a:ext cx="11064240" cy="20939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2179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부하 투입 (busybox 3개)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05409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342900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50215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CPU 306% → 파드 2→6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3445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30936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38251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부하 제거 → CPU 2%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81481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918972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926287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안정화 창 후 6→2 복귀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48640" y="61996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관찰: 6번째 파드는 Pending(Too many pods). 노드를 늘리는 건 Cluster Autoscaler 몫이라 HPA의 한계도 같이 봄 (백로그 근거)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-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노드그룹이 38분 만에 CREATE_FAILED. 그동안 상태 API(health.issues)는 비어 있었음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인스턴스가 떴는지부터 확인해 범위를 절반으로 줄임. 기동 자체가 거부된 것이었고, 사유는 ASG 활동 로그에만 적혀 있었음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제약. 코드가 아니라 계정 정책 문제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타입을 바꿔 우회하는 대신 Paid Plan으로 전환. 코드는 그대로 두고 재시도해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 사유가 적히는 곳은 따로 있다. API가 조용하다고 정상인 게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트러블슈팅은 총 7건을 S/A/B 등급으로 기록. 여기서는 상위 3건(S·S·A, repo의 1~3번)만 다루고 나머지는 repo에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-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실패. 에러는 Not authorized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전파 지연, 정책 연산자 두 가설을 세워 확인했지만 둘 다 아니었음. CloudTrail에 GitHub가 실제로 보낸 값이 남아 있었음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클레임에 @계정ID·@저장소ID를 붙이는 새 형식을 쓰는데, 커뮤니티 모듈은 옛 형식으로 조건을 만들고 있었음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고정.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내가 기대하는 값이 아니라 상대가 실제로 보내는 값에 맞춰야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- 파드 전면 기동 불가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배포에서 파드 전부가 CreateContainerConfigError. 이미지 풀과 Secret은 정상인데 컨테이너 생성이 거부됨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pod의 Events에 그대로 적혀 있었음: runAsNonRoot and image has non-numeric user (appuser), cannot verify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이미지의 USER가 이름(appuser)뿐이라 kubelet이 시작 전에 UID를 알 수 없음. 이미지도 매니페스트도 각자는 맞는데 조합이 검증이 안 됨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securityContext에 runAsUser: 1000을 명시해 재빌드 없이 해결. Dockerfile을 숫자 UID로 바꾸는 건 백로그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 설정은 각각 맞는지가 아니라 조합해서 검증되는지까지 봐야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-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도로 줄일 수 있는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빼고 소유권을 HPA로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계층마다 완료 기준이 다르다는 걸 확인. Readiness Gate는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Pending(Too many pods). 노드 쪽 한계였음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 근거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 제한 256Mi가 실사용에서는 부족했음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512Mi로 올리고 근거를 주석으로 코드에 남김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돌아간다고 끝이 아니라, 에러 없이 지나가는 문제를 찾아 기록했습니다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4760624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CI가 직접 배포하는 방식과 달리 자격증명이 클러스터 밖으로 안 나감. drift 감지·자동 복구,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파드 상태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 (상태는 RDS에)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파드를 언제든 죽일 수 있어야 HPA 증감과 Spot 회수가 성립. 세션·파일을 파드 안에 두지 않음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같은 버전. 재생성 구조라 코드 한 줄만 바꿈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이 규모엔 과함. 코드·이미지·repo에 비밀값 0은 충족. tfvars·state 평문 한계는 알고 있고,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과하지 않게: 서비스 메시, 멀티클러스터, Karpenter는 규모에 안 맞아 뺐습니다 (근거는 README 3장)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마무리 - 운영 경험이 설계에 어떻게 쓰였나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클라우드를 관제·운영하며 쌓인 판단 기준이 이 프로젝트의 설계 근거가 됐습니다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남이 정한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분석해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 단축)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-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만들어 경보 경로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마무리 -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기준은 계층마다 다르다: rollout 성공 ≠ LB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 원인이 적히는 곳은 따로 있다: ASG 로그, CloudTrail,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재현성이다: ADR 3건, 트러블슈팅 7건, 운영 루틴으로 5회 재현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버전 상향 (1.31 → 1.34+): 확장 지원 요금 회피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Autoscaler: Pending 관찰을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Gate: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라우팅 튜닝 (InfoInhibitor 등)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한 줄부터 회수까지,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아키텍처 구성도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QR: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EKS GitOps Portfolio</dc:title>
  <dc:subject>AI 텍스트 요약 서비스를 위한 AWS EKS · GitOps 인프라 프로젝트</dc:subject>
  <dc:creator>고혁배</dc:creator>
  <cp:lastModifiedBy>고혁배</cp:lastModifiedBy>
  <cp:revision>1</cp:revision>
  <dcterms:created xsi:type="dcterms:W3CDTF">2026-08-27T12:24:40Z</dcterms:created>
  <dcterms:modified xsi:type="dcterms:W3CDTF">2026-09-15T06:44:45Z</dcterms:modified>
</cp:coreProperties>
</file>